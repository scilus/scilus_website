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board"/>
      </a:defRPr>
    </a:lvl1pPr>
    <a:lvl2pPr marL="0" marR="0" indent="3429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board"/>
      </a:defRPr>
    </a:lvl2pPr>
    <a:lvl3pPr marL="0" marR="0" indent="6858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board"/>
      </a:defRPr>
    </a:lvl3pPr>
    <a:lvl4pPr marL="0" marR="0" indent="10287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board"/>
      </a:defRPr>
    </a:lvl4pPr>
    <a:lvl5pPr marL="0" marR="0" indent="13716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board"/>
      </a:defRPr>
    </a:lvl5pPr>
    <a:lvl6pPr marL="0" marR="0" indent="17145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board"/>
      </a:defRPr>
    </a:lvl6pPr>
    <a:lvl7pPr marL="0" marR="0" indent="20574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board"/>
      </a:defRPr>
    </a:lvl7pPr>
    <a:lvl8pPr marL="0" marR="0" indent="24003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board"/>
      </a:defRPr>
    </a:lvl8pPr>
    <a:lvl9pPr marL="0" marR="0" indent="27432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board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25000"/>
            </a:srgbClr>
          </a:solidFill>
        </a:fill>
      </a:tcStyle>
    </a:band2H>
    <a:firstCo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879BBB"/>
          </a:solidFill>
        </a:fill>
      </a:tcStyle>
    </a:firstCol>
    <a:la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879BBB"/>
          </a:solidFill>
        </a:fill>
      </a:tcStyle>
    </a:firstRow>
  </a:tblStyle>
  <a:tblStyle styleId="{C7B018BB-80A7-4F77-B60F-C8B233D01FF8}" styleName="">
    <a:tblBg/>
    <a:wholeTb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4B13F">
              <a:alpha val="90000"/>
            </a:srgbClr>
          </a:solidFill>
        </a:fill>
      </a:tcStyle>
    </a:firstCol>
    <a:la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882B"/>
          </a:solidFill>
        </a:fill>
      </a:tcStyle>
    </a:lastRow>
    <a:fir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78BC"/>
          </a:solidFill>
        </a:fill>
      </a:tcStyle>
    </a:firstRow>
  </a:tblStyle>
  <a:tblStyle styleId="{EEE7283C-3CF3-47DC-8721-378D4A62B228}" styleName="">
    <a:tblBg/>
    <a:wholeTb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left>
          <a:right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right>
          <a:top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top>
          <a:bottom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bottom>
          <a:insideH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insideH>
          <a:insideV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FFFFFF">
                  <a:alpha val="75000"/>
                </a:srgbClr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54545">
              <a:alpha val="41000"/>
            </a:srgbClr>
          </a:solidFill>
        </a:fill>
      </a:tcStyle>
    </a:firstCol>
    <a:la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>
                  <a:alpha val="75000"/>
                </a:srgb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>
        <a:font>
          <a:latin typeface="Chalkduster"/>
          <a:ea typeface="Chalkduster"/>
          <a:cs typeface="Chalkduster"/>
        </a:font>
        <a:srgbClr val="282A2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FFFFFF">
                  <a:alpha val="75000"/>
                </a:srgb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BD5C">
              <a:alpha val="82000"/>
            </a:srgbClr>
          </a:solidFill>
        </a:fill>
      </a:tcStyle>
    </a:firstRow>
  </a:tblStyle>
  <a:tblStyle styleId="{CF821DB8-F4EB-4A41-A1BA-3FCAFE7338EE}" styleName="">
    <a:tblBg/>
    <a:wholeTb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254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94B285"/>
          </a:solidFill>
        </a:fill>
      </a:tcStyle>
    </a:firstCol>
    <a:la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254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9487B7"/>
          </a:solidFill>
        </a:fill>
      </a:tcStyle>
    </a:lastRow>
    <a:fir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254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7A8DB2"/>
          </a:solidFill>
        </a:fill>
      </a:tcStyle>
    </a:firstRow>
  </a:tblStyle>
  <a:tblStyle styleId="{33BA23B1-9221-436E-865A-0063620EA4FD}" styleName="">
    <a:tblBg/>
    <a:wholeTb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EDEDF">
              <a:alpha val="19000"/>
            </a:srgbClr>
          </a:solidFill>
        </a:fill>
      </a:tcStyle>
    </a:band2H>
    <a:firstCo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444C55">
              <a:alpha val="50000"/>
            </a:srgbClr>
          </a:solidFill>
        </a:fill>
      </a:tcStyle>
    </a:firstCol>
    <a:la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33373B">
              <a:alpha val="50000"/>
            </a:srgbClr>
          </a:solidFill>
        </a:fill>
      </a:tcStyle>
    </a:lastRow>
    <a:fir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33373B">
              <a:alpha val="50000"/>
            </a:srgbClr>
          </a:solidFill>
        </a:fill>
      </a:tcStyle>
    </a:firstRow>
  </a:tblStyle>
  <a:tblStyle styleId="{2708684C-4D16-4618-839F-0558EEFCDFE6}" styleName="">
    <a:tblBg/>
    <a:wholeTb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left>
          <a:right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right>
          <a:top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top>
          <a:bottom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bottom>
          <a:insideH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insideH>
          <a:insideV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>
        <a:font>
          <a:latin typeface="Chalkduster"/>
          <a:ea typeface="Chalkduster"/>
          <a:cs typeface="Chalkduster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8EA5CB">
              <a:alpha val="2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85" d="100"/>
          <a:sy n="85" d="100"/>
        </p:scale>
        <p:origin x="19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e Descoteaux" userId="9d790b87-54fa-44a2-9c56-8e2dabc59fad" providerId="ADAL" clId="{3823380B-2D52-55CC-B031-474F95F8254D}"/>
    <pc:docChg chg="custSel modSld">
      <pc:chgData name="Maxime Descoteaux" userId="9d790b87-54fa-44a2-9c56-8e2dabc59fad" providerId="ADAL" clId="{3823380B-2D52-55CC-B031-474F95F8254D}" dt="2025-11-25T14:44:24.853" v="1" actId="1076"/>
      <pc:docMkLst>
        <pc:docMk/>
      </pc:docMkLst>
      <pc:sldChg chg="delSp modSp mod delAnim">
        <pc:chgData name="Maxime Descoteaux" userId="9d790b87-54fa-44a2-9c56-8e2dabc59fad" providerId="ADAL" clId="{3823380B-2D52-55CC-B031-474F95F8254D}" dt="2025-11-25T14:44:24.853" v="1" actId="1076"/>
        <pc:sldMkLst>
          <pc:docMk/>
          <pc:sldMk cId="0" sldId="258"/>
        </pc:sldMkLst>
        <pc:spChg chg="mod">
          <ac:chgData name="Maxime Descoteaux" userId="9d790b87-54fa-44a2-9c56-8e2dabc59fad" providerId="ADAL" clId="{3823380B-2D52-55CC-B031-474F95F8254D}" dt="2025-11-25T14:44:24.853" v="1" actId="1076"/>
          <ac:spMkLst>
            <pc:docMk/>
            <pc:sldMk cId="0" sldId="258"/>
            <ac:spMk id="152" creationId="{00000000-0000-0000-0000-000000000000}"/>
          </ac:spMkLst>
        </pc:spChg>
        <pc:picChg chg="del">
          <ac:chgData name="Maxime Descoteaux" userId="9d790b87-54fa-44a2-9c56-8e2dabc59fad" providerId="ADAL" clId="{3823380B-2D52-55CC-B031-474F95F8254D}" dt="2025-11-25T14:44:21.611" v="0" actId="478"/>
          <ac:picMkLst>
            <pc:docMk/>
            <pc:sldMk cId="0" sldId="258"/>
            <ac:picMk id="15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3" name="Shape 14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>
        <a:latin typeface="Lucida Grande"/>
        <a:ea typeface="Lucida Grande"/>
        <a:cs typeface="Lucida Grande"/>
        <a:sym typeface="Lucida Grande"/>
      </a:defRPr>
    </a:lvl1pPr>
    <a:lvl2pPr indent="228600" defTabSz="457200" latinLnBrk="0">
      <a:defRPr>
        <a:latin typeface="Lucida Grande"/>
        <a:ea typeface="Lucida Grande"/>
        <a:cs typeface="Lucida Grande"/>
        <a:sym typeface="Lucida Grande"/>
      </a:defRPr>
    </a:lvl2pPr>
    <a:lvl3pPr indent="457200" defTabSz="457200" latinLnBrk="0">
      <a:defRPr>
        <a:latin typeface="Lucida Grande"/>
        <a:ea typeface="Lucida Grande"/>
        <a:cs typeface="Lucida Grande"/>
        <a:sym typeface="Lucida Grande"/>
      </a:defRPr>
    </a:lvl3pPr>
    <a:lvl4pPr indent="685800" defTabSz="457200" latinLnBrk="0">
      <a:defRPr>
        <a:latin typeface="Lucida Grande"/>
        <a:ea typeface="Lucida Grande"/>
        <a:cs typeface="Lucida Grande"/>
        <a:sym typeface="Lucida Grande"/>
      </a:defRPr>
    </a:lvl4pPr>
    <a:lvl5pPr indent="914400" defTabSz="457200" latinLnBrk="0">
      <a:defRPr>
        <a:latin typeface="Lucida Grande"/>
        <a:ea typeface="Lucida Grande"/>
        <a:cs typeface="Lucida Grande"/>
        <a:sym typeface="Lucida Grande"/>
      </a:defRPr>
    </a:lvl5pPr>
    <a:lvl6pPr indent="1143000" defTabSz="457200" latinLnBrk="0">
      <a:defRPr>
        <a:latin typeface="Lucida Grande"/>
        <a:ea typeface="Lucida Grande"/>
        <a:cs typeface="Lucida Grande"/>
        <a:sym typeface="Lucida Grande"/>
      </a:defRPr>
    </a:lvl6pPr>
    <a:lvl7pPr indent="1371600" defTabSz="457200" latinLnBrk="0">
      <a:defRPr>
        <a:latin typeface="Lucida Grande"/>
        <a:ea typeface="Lucida Grande"/>
        <a:cs typeface="Lucida Grande"/>
        <a:sym typeface="Lucida Grande"/>
      </a:defRPr>
    </a:lvl7pPr>
    <a:lvl8pPr indent="1600200" defTabSz="457200" latinLnBrk="0">
      <a:defRPr>
        <a:latin typeface="Lucida Grande"/>
        <a:ea typeface="Lucida Grande"/>
        <a:cs typeface="Lucida Grande"/>
        <a:sym typeface="Lucida Grande"/>
      </a:defRPr>
    </a:lvl8pPr>
    <a:lvl9pPr indent="1828800" defTabSz="457200" latinLnBrk="0">
      <a:defRPr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270000" y="2565400"/>
            <a:ext cx="10464800" cy="2540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207000"/>
            <a:ext cx="10464800" cy="1460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0" algn="ctr">
              <a:spcBef>
                <a:spcPts val="0"/>
              </a:spcBef>
              <a:buSzTx/>
              <a:buNone/>
            </a:lvl2pPr>
            <a:lvl3pPr marL="0" indent="0" algn="ctr">
              <a:spcBef>
                <a:spcPts val="0"/>
              </a:spcBef>
              <a:buSzTx/>
              <a:buNone/>
            </a:lvl3pPr>
            <a:lvl4pPr marL="0" indent="0" algn="ctr">
              <a:spcBef>
                <a:spcPts val="0"/>
              </a:spcBef>
              <a:buSzTx/>
              <a:buNone/>
            </a:lvl4pPr>
            <a:lvl5pPr marL="0" indent="0" algn="ctr">
              <a:spcBef>
                <a:spcPts val="0"/>
              </a:spcBef>
              <a:buSz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00" y="2946400"/>
            <a:ext cx="10464800" cy="5740400"/>
          </a:xfrm>
          <a:prstGeom prst="rect">
            <a:avLst/>
          </a:prstGeom>
        </p:spPr>
        <p:txBody>
          <a:bodyPr/>
          <a:lstStyle>
            <a:lvl1pPr>
              <a:spcBef>
                <a:spcPts val="3000"/>
              </a:spcBef>
              <a:buBlip>
                <a:blip r:embed="rId2"/>
              </a:buBlip>
            </a:lvl1pPr>
            <a:lvl2pPr>
              <a:spcBef>
                <a:spcPts val="3000"/>
              </a:spcBef>
              <a:buBlip>
                <a:blip r:embed="rId2"/>
              </a:buBlip>
            </a:lvl2pPr>
            <a:lvl3pPr>
              <a:spcBef>
                <a:spcPts val="3000"/>
              </a:spcBef>
              <a:buBlip>
                <a:blip r:embed="rId2"/>
              </a:buBlip>
            </a:lvl3pPr>
            <a:lvl4pPr>
              <a:spcBef>
                <a:spcPts val="3000"/>
              </a:spcBef>
              <a:buBlip>
                <a:blip r:embed="rId2"/>
              </a:buBlip>
            </a:lvl4pPr>
            <a:lvl5pPr>
              <a:spcBef>
                <a:spcPts val="3000"/>
              </a:spcBef>
              <a:buBlip>
                <a:blip r:embed="rId2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00" y="2946400"/>
            <a:ext cx="10464800" cy="5740400"/>
          </a:xfrm>
          <a:prstGeom prst="rect">
            <a:avLst/>
          </a:prstGeom>
        </p:spPr>
        <p:txBody>
          <a:bodyPr numCol="2" spcCol="523240" anchor="t"/>
          <a:lstStyle>
            <a:lvl1pPr marL="8638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1pPr>
            <a:lvl2pPr marL="14099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2pPr>
            <a:lvl3pPr marL="19433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3pPr>
            <a:lvl4pPr marL="25148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4pPr>
            <a:lvl5pPr marL="30990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Text"/>
          <p:cNvSpPr txBox="1">
            <a:spLocks noGrp="1"/>
          </p:cNvSpPr>
          <p:nvPr>
            <p:ph type="title"/>
          </p:nvPr>
        </p:nvSpPr>
        <p:spPr>
          <a:xfrm>
            <a:off x="1270000" y="3606800"/>
            <a:ext cx="10464800" cy="2540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Image"/>
          <p:cNvSpPr>
            <a:spLocks noGrp="1"/>
          </p:cNvSpPr>
          <p:nvPr>
            <p:ph type="pic" sz="half" idx="21"/>
          </p:nvPr>
        </p:nvSpPr>
        <p:spPr>
          <a:xfrm>
            <a:off x="3771900" y="2006600"/>
            <a:ext cx="5461000" cy="5461000"/>
          </a:xfrm>
          <a:prstGeom prst="rect">
            <a:avLst/>
          </a:prstGeom>
          <a:ln w="9525">
            <a:round/>
          </a:ln>
          <a:effectLst>
            <a:outerShdw blurRad="63500" dist="38100" dir="5400000" rotWithShape="0">
              <a:srgbClr val="000000">
                <a:alpha val="75000"/>
              </a:srgbClr>
            </a:outerShdw>
          </a:effectLst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70" name="Title Text"/>
          <p:cNvSpPr txBox="1">
            <a:spLocks noGrp="1"/>
          </p:cNvSpPr>
          <p:nvPr>
            <p:ph type="title"/>
          </p:nvPr>
        </p:nvSpPr>
        <p:spPr>
          <a:xfrm>
            <a:off x="1270000" y="7366000"/>
            <a:ext cx="10464800" cy="18288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Image"/>
          <p:cNvSpPr>
            <a:spLocks noGrp="1"/>
          </p:cNvSpPr>
          <p:nvPr>
            <p:ph type="pic" sz="half" idx="21"/>
          </p:nvPr>
        </p:nvSpPr>
        <p:spPr>
          <a:xfrm>
            <a:off x="6781800" y="2133600"/>
            <a:ext cx="5486400" cy="5486400"/>
          </a:xfrm>
          <a:prstGeom prst="rect">
            <a:avLst/>
          </a:prstGeom>
          <a:ln w="9525">
            <a:round/>
          </a:ln>
          <a:effectLst>
            <a:outerShdw blurRad="63500" dist="38100" dir="5400000" rotWithShape="0">
              <a:srgbClr val="000000">
                <a:alpha val="75000"/>
              </a:srgbClr>
            </a:outerShdw>
          </a:effectLst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79" name="Title Text"/>
          <p:cNvSpPr txBox="1">
            <a:spLocks noGrp="1"/>
          </p:cNvSpPr>
          <p:nvPr>
            <p:ph type="title"/>
          </p:nvPr>
        </p:nvSpPr>
        <p:spPr>
          <a:xfrm>
            <a:off x="596900" y="1790700"/>
            <a:ext cx="6032500" cy="30480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8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96900" y="4940300"/>
            <a:ext cx="6032500" cy="3048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0" algn="ctr">
              <a:spcBef>
                <a:spcPts val="0"/>
              </a:spcBef>
              <a:buSzTx/>
              <a:buNone/>
              <a:defRPr sz="3200"/>
            </a:lvl2pPr>
            <a:lvl3pPr marL="0" indent="0" algn="ctr">
              <a:spcBef>
                <a:spcPts val="0"/>
              </a:spcBef>
              <a:buSzTx/>
              <a:buNone/>
              <a:defRPr sz="3200"/>
            </a:lvl3pPr>
            <a:lvl4pPr marL="0" indent="0" algn="ctr">
              <a:spcBef>
                <a:spcPts val="0"/>
              </a:spcBef>
              <a:buSzTx/>
              <a:buNone/>
              <a:defRPr sz="3200"/>
            </a:lvl4pPr>
            <a:lvl5pPr marL="0" indent="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Image"/>
          <p:cNvSpPr>
            <a:spLocks noGrp="1"/>
          </p:cNvSpPr>
          <p:nvPr>
            <p:ph type="pic" sz="half" idx="21"/>
          </p:nvPr>
        </p:nvSpPr>
        <p:spPr>
          <a:xfrm>
            <a:off x="6794500" y="3073400"/>
            <a:ext cx="5486400" cy="5486400"/>
          </a:xfrm>
          <a:prstGeom prst="rect">
            <a:avLst/>
          </a:prstGeom>
          <a:ln w="9525">
            <a:round/>
          </a:ln>
          <a:effectLst>
            <a:outerShdw blurRad="63500" dist="38100" dir="5400000" rotWithShape="0">
              <a:srgbClr val="000000">
                <a:alpha val="75000"/>
              </a:srgbClr>
            </a:outerShdw>
          </a:effectLst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8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2946400"/>
            <a:ext cx="5105400" cy="5740400"/>
          </a:xfrm>
          <a:prstGeom prst="rect">
            <a:avLst/>
          </a:prstGeom>
        </p:spPr>
        <p:txBody>
          <a:bodyPr/>
          <a:lstStyle>
            <a:lvl1pPr marL="8638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1pPr>
            <a:lvl2pPr marL="14099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2pPr>
            <a:lvl3pPr marL="19433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3pPr>
            <a:lvl4pPr marL="25148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4pPr>
            <a:lvl5pPr marL="30990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37301" y="9258300"/>
            <a:ext cx="329261" cy="390669"/>
          </a:xfrm>
          <a:prstGeom prst="rect">
            <a:avLst/>
          </a:prstGeom>
        </p:spPr>
        <p:txBody>
          <a:bodyPr/>
          <a:lstStyle>
            <a:lvl1pPr algn="r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2946400"/>
            <a:ext cx="5105400" cy="5740400"/>
          </a:xfrm>
          <a:prstGeom prst="rect">
            <a:avLst/>
          </a:prstGeom>
        </p:spPr>
        <p:txBody>
          <a:bodyPr/>
          <a:lstStyle>
            <a:lvl1pPr marL="8638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1pPr>
            <a:lvl2pPr marL="14099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2pPr>
            <a:lvl3pPr marL="19433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3pPr>
            <a:lvl4pPr marL="25148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4pPr>
            <a:lvl5pPr marL="30990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607300" y="2946400"/>
            <a:ext cx="4127500" cy="5740400"/>
          </a:xfrm>
          <a:prstGeom prst="rect">
            <a:avLst/>
          </a:prstGeom>
        </p:spPr>
        <p:txBody>
          <a:bodyPr/>
          <a:lstStyle>
            <a:lvl1pPr marL="8638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1pPr>
            <a:lvl2pPr marL="14099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2pPr>
            <a:lvl3pPr marL="19433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3pPr>
            <a:lvl4pPr marL="25148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4pPr>
            <a:lvl5pPr marL="3099009" indent="-406609">
              <a:spcBef>
                <a:spcPts val="3600"/>
              </a:spcBef>
              <a:buFont typeface="Gill Sans"/>
              <a:buBlip>
                <a:blip r:embed="rId2"/>
              </a:buBlip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Text"/>
          <p:cNvSpPr txBox="1">
            <a:spLocks noGrp="1"/>
          </p:cNvSpPr>
          <p:nvPr>
            <p:ph type="title"/>
          </p:nvPr>
        </p:nvSpPr>
        <p:spPr>
          <a:xfrm>
            <a:off x="1270000" y="203200"/>
            <a:ext cx="10464800" cy="17780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Title Text</a:t>
            </a:r>
          </a:p>
        </p:txBody>
      </p:sp>
      <p:sp>
        <p:nvSpPr>
          <p:cNvPr id="117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00" y="2222500"/>
            <a:ext cx="10464800" cy="6464300"/>
          </a:xfrm>
          <a:prstGeom prst="rect">
            <a:avLst/>
          </a:prstGeom>
        </p:spPr>
        <p:txBody>
          <a:bodyPr/>
          <a:lstStyle>
            <a:lvl1pPr>
              <a:spcBef>
                <a:spcPts val="3000"/>
              </a:spcBef>
              <a:buBlip>
                <a:blip r:embed="rId2"/>
              </a:buBlip>
            </a:lvl1pPr>
            <a:lvl2pPr>
              <a:spcBef>
                <a:spcPts val="3000"/>
              </a:spcBef>
              <a:buBlip>
                <a:blip r:embed="rId2"/>
              </a:buBlip>
            </a:lvl2pPr>
            <a:lvl3pPr>
              <a:spcBef>
                <a:spcPts val="3000"/>
              </a:spcBef>
              <a:buBlip>
                <a:blip r:embed="rId2"/>
              </a:buBlip>
            </a:lvl3pPr>
            <a:lvl4pPr>
              <a:spcBef>
                <a:spcPts val="3000"/>
              </a:spcBef>
              <a:buBlip>
                <a:blip r:embed="rId2"/>
              </a:buBlip>
            </a:lvl4pPr>
            <a:lvl5pPr>
              <a:spcBef>
                <a:spcPts val="3000"/>
              </a:spcBef>
              <a:buBlip>
                <a:blip r:embed="rId2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 1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itle Text"/>
          <p:cNvSpPr txBox="1">
            <a:spLocks noGrp="1"/>
          </p:cNvSpPr>
          <p:nvPr>
            <p:ph type="title"/>
          </p:nvPr>
        </p:nvSpPr>
        <p:spPr>
          <a:xfrm>
            <a:off x="1270000" y="203200"/>
            <a:ext cx="10464800" cy="17780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Title Text</a:t>
            </a:r>
          </a:p>
        </p:txBody>
      </p:sp>
      <p:sp>
        <p:nvSpPr>
          <p:cNvPr id="126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00" y="2222500"/>
            <a:ext cx="10464800" cy="6464300"/>
          </a:xfrm>
          <a:prstGeom prst="rect">
            <a:avLst/>
          </a:prstGeom>
        </p:spPr>
        <p:txBody>
          <a:bodyPr/>
          <a:lstStyle>
            <a:lvl1pPr>
              <a:spcBef>
                <a:spcPts val="3000"/>
              </a:spcBef>
              <a:buBlip>
                <a:blip r:embed="rId3"/>
              </a:buBlip>
            </a:lvl1pPr>
            <a:lvl2pPr>
              <a:spcBef>
                <a:spcPts val="3000"/>
              </a:spcBef>
              <a:buBlip>
                <a:blip r:embed="rId3"/>
              </a:buBlip>
            </a:lvl2pPr>
            <a:lvl3pPr>
              <a:spcBef>
                <a:spcPts val="3000"/>
              </a:spcBef>
              <a:buBlip>
                <a:blip r:embed="rId3"/>
              </a:buBlip>
            </a:lvl3pPr>
            <a:lvl4pPr>
              <a:spcBef>
                <a:spcPts val="3000"/>
              </a:spcBef>
              <a:buBlip>
                <a:blip r:embed="rId3"/>
              </a:buBlip>
            </a:lvl4pPr>
            <a:lvl5pPr>
              <a:spcBef>
                <a:spcPts val="3000"/>
              </a:spcBef>
              <a:buBlip>
                <a:blip r:embed="rId3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 1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Text"/>
          <p:cNvSpPr txBox="1">
            <a:spLocks noGrp="1"/>
          </p:cNvSpPr>
          <p:nvPr>
            <p:ph type="title"/>
          </p:nvPr>
        </p:nvSpPr>
        <p:spPr>
          <a:xfrm>
            <a:off x="1270000" y="203200"/>
            <a:ext cx="10464800" cy="17780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Title Text</a:t>
            </a:r>
          </a:p>
        </p:txBody>
      </p:sp>
      <p:sp>
        <p:nvSpPr>
          <p:cNvPr id="135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00" y="2222500"/>
            <a:ext cx="10464800" cy="6464300"/>
          </a:xfrm>
          <a:prstGeom prst="rect">
            <a:avLst/>
          </a:prstGeom>
        </p:spPr>
        <p:txBody>
          <a:bodyPr/>
          <a:lstStyle>
            <a:lvl1pPr>
              <a:spcBef>
                <a:spcPts val="3000"/>
              </a:spcBef>
              <a:buBlip>
                <a:blip r:embed="rId3"/>
              </a:buBlip>
            </a:lvl1pPr>
            <a:lvl2pPr>
              <a:spcBef>
                <a:spcPts val="3000"/>
              </a:spcBef>
              <a:buBlip>
                <a:blip r:embed="rId3"/>
              </a:buBlip>
            </a:lvl2pPr>
            <a:lvl3pPr>
              <a:spcBef>
                <a:spcPts val="3000"/>
              </a:spcBef>
              <a:buBlip>
                <a:blip r:embed="rId3"/>
              </a:buBlip>
            </a:lvl3pPr>
            <a:lvl4pPr>
              <a:spcBef>
                <a:spcPts val="3000"/>
              </a:spcBef>
              <a:buBlip>
                <a:blip r:embed="rId3"/>
              </a:buBlip>
            </a:lvl4pPr>
            <a:lvl5pPr>
              <a:spcBef>
                <a:spcPts val="3000"/>
              </a:spcBef>
              <a:buBlip>
                <a:blip r:embed="rId3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37300" y="9261331"/>
            <a:ext cx="329261" cy="390670"/>
          </a:xfrm>
          <a:prstGeom prst="rect">
            <a:avLst/>
          </a:prstGeom>
        </p:spPr>
        <p:txBody>
          <a:bodyPr anchor="b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00" y="1066800"/>
            <a:ext cx="10464800" cy="76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buBlip>
                <a:blip r:embed="rId18"/>
              </a:buBlip>
            </a:lvl1pPr>
            <a:lvl2pPr>
              <a:buBlip>
                <a:blip r:embed="rId18"/>
              </a:buBlip>
            </a:lvl2pPr>
            <a:lvl3pPr>
              <a:buBlip>
                <a:blip r:embed="rId18"/>
              </a:buBlip>
            </a:lvl3pPr>
            <a:lvl4pPr>
              <a:buBlip>
                <a:blip r:embed="rId18"/>
              </a:buBlip>
            </a:lvl4pPr>
            <a:lvl5pPr>
              <a:buBlip>
                <a:blip r:embed="rId18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270000" y="203200"/>
            <a:ext cx="10464800" cy="25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37300" y="9258300"/>
            <a:ext cx="329261" cy="39066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board"/>
        </a:defRPr>
      </a:lvl1pPr>
      <a:lvl2pPr marL="0" marR="0" indent="228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board"/>
        </a:defRPr>
      </a:lvl2pPr>
      <a:lvl3pPr marL="0" marR="0" indent="457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board"/>
        </a:defRPr>
      </a:lvl3pPr>
      <a:lvl4pPr marL="0" marR="0" indent="685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board"/>
        </a:defRPr>
      </a:lvl4pPr>
      <a:lvl5pPr marL="0" marR="0" indent="914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board"/>
        </a:defRPr>
      </a:lvl5pPr>
      <a:lvl6pPr marL="0" marR="0" indent="11430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board"/>
        </a:defRPr>
      </a:lvl6pPr>
      <a:lvl7pPr marL="0" marR="0" indent="1371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board"/>
        </a:defRPr>
      </a:lvl7pPr>
      <a:lvl8pPr marL="0" marR="0" indent="1600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board"/>
        </a:defRPr>
      </a:lvl8pPr>
      <a:lvl9pPr marL="0" marR="0" indent="1828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board"/>
        </a:defRPr>
      </a:lvl9pPr>
    </p:titleStyle>
    <p:bodyStyle>
      <a:lvl1pPr marL="893697" marR="0" indent="-436497" algn="l" defTabSz="457200" rtl="0" latinLnBrk="0">
        <a:lnSpc>
          <a:spcPct val="100000"/>
        </a:lnSpc>
        <a:spcBef>
          <a:spcPts val="6000"/>
        </a:spcBef>
        <a:spcAft>
          <a:spcPts val="0"/>
        </a:spcAft>
        <a:buClrTx/>
        <a:buSzPct val="43000"/>
        <a:buFontTx/>
        <a:buBlip>
          <a:blip r:embed="rId18"/>
        </a:buBlip>
        <a:tabLst/>
        <a:defRPr sz="3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board"/>
        </a:defRPr>
      </a:lvl1pPr>
      <a:lvl2pPr marL="1439797" marR="0" indent="-436497" algn="l" defTabSz="457200" rtl="0" latinLnBrk="0">
        <a:lnSpc>
          <a:spcPct val="100000"/>
        </a:lnSpc>
        <a:spcBef>
          <a:spcPts val="6000"/>
        </a:spcBef>
        <a:spcAft>
          <a:spcPts val="0"/>
        </a:spcAft>
        <a:buClrTx/>
        <a:buSzPct val="43000"/>
        <a:buFontTx/>
        <a:buBlip>
          <a:blip r:embed="rId18"/>
        </a:buBlip>
        <a:tabLst/>
        <a:defRPr sz="3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board"/>
        </a:defRPr>
      </a:lvl2pPr>
      <a:lvl3pPr marL="1973197" marR="0" indent="-436497" algn="l" defTabSz="457200" rtl="0" latinLnBrk="0">
        <a:lnSpc>
          <a:spcPct val="100000"/>
        </a:lnSpc>
        <a:spcBef>
          <a:spcPts val="6000"/>
        </a:spcBef>
        <a:spcAft>
          <a:spcPts val="0"/>
        </a:spcAft>
        <a:buClrTx/>
        <a:buSzPct val="43000"/>
        <a:buFontTx/>
        <a:buBlip>
          <a:blip r:embed="rId18"/>
        </a:buBlip>
        <a:tabLst/>
        <a:defRPr sz="3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board"/>
        </a:defRPr>
      </a:lvl3pPr>
      <a:lvl4pPr marL="2544697" marR="0" indent="-436497" algn="l" defTabSz="457200" rtl="0" latinLnBrk="0">
        <a:lnSpc>
          <a:spcPct val="100000"/>
        </a:lnSpc>
        <a:spcBef>
          <a:spcPts val="6000"/>
        </a:spcBef>
        <a:spcAft>
          <a:spcPts val="0"/>
        </a:spcAft>
        <a:buClrTx/>
        <a:buSzPct val="43000"/>
        <a:buFontTx/>
        <a:buBlip>
          <a:blip r:embed="rId18"/>
        </a:buBlip>
        <a:tabLst/>
        <a:defRPr sz="3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board"/>
        </a:defRPr>
      </a:lvl4pPr>
      <a:lvl5pPr marL="3128897" marR="0" indent="-436497" algn="l" defTabSz="457200" rtl="0" latinLnBrk="0">
        <a:lnSpc>
          <a:spcPct val="100000"/>
        </a:lnSpc>
        <a:spcBef>
          <a:spcPts val="6000"/>
        </a:spcBef>
        <a:spcAft>
          <a:spcPts val="0"/>
        </a:spcAft>
        <a:buClrTx/>
        <a:buSzPct val="43000"/>
        <a:buFontTx/>
        <a:buBlip>
          <a:blip r:embed="rId18"/>
        </a:buBlip>
        <a:tabLst/>
        <a:defRPr sz="3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board"/>
        </a:defRPr>
      </a:lvl5pPr>
      <a:lvl6pPr marL="3484497" marR="0" indent="-436497" algn="l" defTabSz="457200" rtl="0" latinLnBrk="0">
        <a:lnSpc>
          <a:spcPct val="100000"/>
        </a:lnSpc>
        <a:spcBef>
          <a:spcPts val="6000"/>
        </a:spcBef>
        <a:spcAft>
          <a:spcPts val="0"/>
        </a:spcAft>
        <a:buClrTx/>
        <a:buSzPct val="43000"/>
        <a:buFontTx/>
        <a:buBlip>
          <a:blip r:embed="rId18"/>
        </a:buBlip>
        <a:tabLst/>
        <a:defRPr sz="3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board"/>
        </a:defRPr>
      </a:lvl6pPr>
      <a:lvl7pPr marL="3840097" marR="0" indent="-436497" algn="l" defTabSz="457200" rtl="0" latinLnBrk="0">
        <a:lnSpc>
          <a:spcPct val="100000"/>
        </a:lnSpc>
        <a:spcBef>
          <a:spcPts val="6000"/>
        </a:spcBef>
        <a:spcAft>
          <a:spcPts val="0"/>
        </a:spcAft>
        <a:buClrTx/>
        <a:buSzPct val="43000"/>
        <a:buFontTx/>
        <a:buBlip>
          <a:blip r:embed="rId18"/>
        </a:buBlip>
        <a:tabLst/>
        <a:defRPr sz="3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board"/>
        </a:defRPr>
      </a:lvl7pPr>
      <a:lvl8pPr marL="4195697" marR="0" indent="-436497" algn="l" defTabSz="457200" rtl="0" latinLnBrk="0">
        <a:lnSpc>
          <a:spcPct val="100000"/>
        </a:lnSpc>
        <a:spcBef>
          <a:spcPts val="6000"/>
        </a:spcBef>
        <a:spcAft>
          <a:spcPts val="0"/>
        </a:spcAft>
        <a:buClrTx/>
        <a:buSzPct val="43000"/>
        <a:buFontTx/>
        <a:buBlip>
          <a:blip r:embed="rId18"/>
        </a:buBlip>
        <a:tabLst/>
        <a:defRPr sz="3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board"/>
        </a:defRPr>
      </a:lvl8pPr>
      <a:lvl9pPr marL="4551297" marR="0" indent="-436497" algn="l" defTabSz="457200" rtl="0" latinLnBrk="0">
        <a:lnSpc>
          <a:spcPct val="100000"/>
        </a:lnSpc>
        <a:spcBef>
          <a:spcPts val="6000"/>
        </a:spcBef>
        <a:spcAft>
          <a:spcPts val="0"/>
        </a:spcAft>
        <a:buClrTx/>
        <a:buSzPct val="43000"/>
        <a:buFontTx/>
        <a:buBlip>
          <a:blip r:embed="rId18"/>
        </a:buBlip>
        <a:tabLst/>
        <a:defRPr sz="3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halkboard"/>
        </a:defRPr>
      </a:lvl9pPr>
    </p:bodyStyle>
    <p:otherStyle>
      <a:lvl1pPr marL="0" marR="0" indent="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halkboard"/>
        </a:defRPr>
      </a:lvl1pPr>
      <a:lvl2pPr marL="0" marR="0" indent="2286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halkboard"/>
        </a:defRPr>
      </a:lvl2pPr>
      <a:lvl3pPr marL="0" marR="0" indent="4572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halkboard"/>
        </a:defRPr>
      </a:lvl3pPr>
      <a:lvl4pPr marL="0" marR="0" indent="6858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halkboard"/>
        </a:defRPr>
      </a:lvl4pPr>
      <a:lvl5pPr marL="0" marR="0" indent="9144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halkboard"/>
        </a:defRPr>
      </a:lvl5pPr>
      <a:lvl6pPr marL="0" marR="0" indent="11430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halkboard"/>
        </a:defRPr>
      </a:lvl6pPr>
      <a:lvl7pPr marL="0" marR="0" indent="13716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halkboard"/>
        </a:defRPr>
      </a:lvl7pPr>
      <a:lvl8pPr marL="0" marR="0" indent="16002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halkboard"/>
        </a:defRPr>
      </a:lvl8pPr>
      <a:lvl9pPr marL="0" marR="0" indent="18288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halkboar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uXjwB4LzSA&amp;t=4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x.com/3blue1brown/status/1303489896519139328" TargetMode="Externa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IMN-35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IMN-359	</a:t>
            </a:r>
          </a:p>
        </p:txBody>
      </p:sp>
      <p:sp>
        <p:nvSpPr>
          <p:cNvPr id="146" name="Cours…"/>
          <p:cNvSpPr txBox="1">
            <a:spLocks noGrp="1"/>
          </p:cNvSpPr>
          <p:nvPr>
            <p:ph type="subTitle" sz="quarter" idx="1"/>
          </p:nvPr>
        </p:nvSpPr>
        <p:spPr>
          <a:xfrm>
            <a:off x="1270000" y="5207000"/>
            <a:ext cx="10858500" cy="2286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Cours</a:t>
            </a:r>
          </a:p>
          <a:p>
            <a:pPr lvl="1"/>
            <a:r>
              <a:t>Convolution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uper cours YouTube  sur la convolution"/>
          <p:cNvSpPr txBox="1">
            <a:spLocks noGrp="1"/>
          </p:cNvSpPr>
          <p:nvPr>
            <p:ph type="title"/>
          </p:nvPr>
        </p:nvSpPr>
        <p:spPr>
          <a:xfrm>
            <a:off x="682493" y="203200"/>
            <a:ext cx="11523609" cy="2334958"/>
          </a:xfrm>
          <a:prstGeom prst="rect">
            <a:avLst/>
          </a:prstGeom>
        </p:spPr>
        <p:txBody>
          <a:bodyPr/>
          <a:lstStyle/>
          <a:p>
            <a:r>
              <a:t>Super cours YouTube </a:t>
            </a:r>
            <a:br/>
            <a:r>
              <a:t>sur la convolution</a:t>
            </a:r>
          </a:p>
        </p:txBody>
      </p:sp>
      <p:sp>
        <p:nvSpPr>
          <p:cNvPr id="149" name="https://www.youtube.com/watch?v=KuXjwB4LzSA&amp;t=4s…"/>
          <p:cNvSpPr txBox="1">
            <a:spLocks noGrp="1"/>
          </p:cNvSpPr>
          <p:nvPr>
            <p:ph type="body" idx="1"/>
          </p:nvPr>
        </p:nvSpPr>
        <p:spPr>
          <a:xfrm>
            <a:off x="714420" y="2222500"/>
            <a:ext cx="12099739" cy="7188200"/>
          </a:xfrm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  <a:defRPr sz="3400"/>
            </a:pPr>
            <a:r>
              <a:rPr u="sng">
                <a:hlinkClick r:id="rId3"/>
              </a:rPr>
              <a:t>https://www.youtube.com/watch?v=KuXjwB4LzSA&amp;t=4s</a:t>
            </a:r>
            <a:r>
              <a:t> </a:t>
            </a:r>
          </a:p>
          <a:p>
            <a:pPr>
              <a:buBlip>
                <a:blip r:embed="rId2"/>
              </a:buBlip>
              <a:defRPr sz="3400"/>
            </a:pPr>
            <a:r>
              <a:t>Moments importants pour nous:</a:t>
            </a:r>
          </a:p>
          <a:p>
            <a:pPr lvl="1">
              <a:buBlip>
                <a:blip r:embed="rId2"/>
              </a:buBlip>
              <a:defRPr sz="3400"/>
            </a:pPr>
            <a:r>
              <a:t>Convolution 1D et 2D: 2:09</a:t>
            </a:r>
          </a:p>
          <a:p>
            <a:pPr lvl="1">
              <a:buBlip>
                <a:blip r:embed="rId2"/>
              </a:buBlip>
              <a:defRPr sz="3400"/>
            </a:pPr>
            <a:r>
              <a:t>Convolution avec la FFT: 14:40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2D Convolutions"/>
          <p:cNvSpPr txBox="1">
            <a:spLocks noGrp="1"/>
          </p:cNvSpPr>
          <p:nvPr>
            <p:ph type="title"/>
          </p:nvPr>
        </p:nvSpPr>
        <p:spPr>
          <a:xfrm>
            <a:off x="1270000" y="-177800"/>
            <a:ext cx="10464800" cy="1778000"/>
          </a:xfrm>
          <a:prstGeom prst="rect">
            <a:avLst/>
          </a:prstGeom>
        </p:spPr>
        <p:txBody>
          <a:bodyPr/>
          <a:lstStyle/>
          <a:p>
            <a:r>
              <a:t>2D Convolutions</a:t>
            </a:r>
          </a:p>
        </p:txBody>
      </p:sp>
      <p:sp>
        <p:nvSpPr>
          <p:cNvPr id="152" name="https://x.com/3blue1brown/status/1303489896519139328"/>
          <p:cNvSpPr txBox="1"/>
          <p:nvPr/>
        </p:nvSpPr>
        <p:spPr>
          <a:xfrm>
            <a:off x="133683" y="4035905"/>
            <a:ext cx="12737434" cy="667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600"/>
            </a:pPr>
            <a:r>
              <a:rPr u="sng" dirty="0">
                <a:hlinkClick r:id="rId2"/>
              </a:rPr>
              <a:t>https://x.com/3blue1brown/status/1303489896519139328</a:t>
            </a:r>
            <a:r>
              <a:rPr dirty="0"/>
              <a:t> 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">
  <a:themeElements>
    <a:clrScheme name="Chalkboard">
      <a:dk1>
        <a:srgbClr val="000000"/>
      </a:dk1>
      <a:lt1>
        <a:srgbClr val="FFFFFF"/>
      </a:lt1>
      <a:dk2>
        <a:srgbClr val="51504D"/>
      </a:dk2>
      <a:lt2>
        <a:srgbClr val="CBC8C2"/>
      </a:lt2>
      <a:accent1>
        <a:srgbClr val="71B0E2"/>
      </a:accent1>
      <a:accent2>
        <a:srgbClr val="A8E685"/>
      </a:accent2>
      <a:accent3>
        <a:srgbClr val="FFE181"/>
      </a:accent3>
      <a:accent4>
        <a:srgbClr val="F2A057"/>
      </a:accent4>
      <a:accent5>
        <a:srgbClr val="FF7777"/>
      </a:accent5>
      <a:accent6>
        <a:srgbClr val="D4ABEF"/>
      </a:accent6>
      <a:hlink>
        <a:srgbClr val="0000FF"/>
      </a:hlink>
      <a:folHlink>
        <a:srgbClr val="FF00FF"/>
      </a:folHlink>
    </a:clrScheme>
    <a:fontScheme name="Chalkboard">
      <a:majorFont>
        <a:latin typeface="Chalkboard"/>
        <a:ea typeface="Chalkboard"/>
        <a:cs typeface="Chalkboard"/>
      </a:majorFont>
      <a:minorFont>
        <a:latin typeface="Chalkboard"/>
        <a:ea typeface="Chalkboard"/>
        <a:cs typeface="Chalkboard"/>
      </a:minorFont>
    </a:fontScheme>
    <a:fmtScheme name="Chalkbo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r="162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r="162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r="162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63500" dir="162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63500" dist="25400" dir="2700000" rotWithShape="0">
                <a:srgbClr val="000000">
                  <a:alpha val="70000"/>
                </a:srgbClr>
              </a:outerShdw>
            </a:effectLst>
            <a:uFillTx/>
            <a:latin typeface="+mn-lt"/>
            <a:ea typeface="+mn-ea"/>
            <a:cs typeface="+mn-cs"/>
            <a:sym typeface="Chalkboar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>
          <a:noFill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Chalkboar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halkboard">
  <a:themeElements>
    <a:clrScheme name="Chalkboard">
      <a:dk1>
        <a:srgbClr val="000000"/>
      </a:dk1>
      <a:lt1>
        <a:srgbClr val="FFFFFF"/>
      </a:lt1>
      <a:dk2>
        <a:srgbClr val="51504D"/>
      </a:dk2>
      <a:lt2>
        <a:srgbClr val="CBC8C2"/>
      </a:lt2>
      <a:accent1>
        <a:srgbClr val="71B0E2"/>
      </a:accent1>
      <a:accent2>
        <a:srgbClr val="A8E685"/>
      </a:accent2>
      <a:accent3>
        <a:srgbClr val="FFE181"/>
      </a:accent3>
      <a:accent4>
        <a:srgbClr val="F2A057"/>
      </a:accent4>
      <a:accent5>
        <a:srgbClr val="FF7777"/>
      </a:accent5>
      <a:accent6>
        <a:srgbClr val="D4ABEF"/>
      </a:accent6>
      <a:hlink>
        <a:srgbClr val="0000FF"/>
      </a:hlink>
      <a:folHlink>
        <a:srgbClr val="FF00FF"/>
      </a:folHlink>
    </a:clrScheme>
    <a:fontScheme name="Chalkboard">
      <a:majorFont>
        <a:latin typeface="Chalkboard"/>
        <a:ea typeface="Chalkboard"/>
        <a:cs typeface="Chalkboard"/>
      </a:majorFont>
      <a:minorFont>
        <a:latin typeface="Chalkboard"/>
        <a:ea typeface="Chalkboard"/>
        <a:cs typeface="Chalkboard"/>
      </a:minorFont>
    </a:fontScheme>
    <a:fmtScheme name="Chalkbo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r="162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r="162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r="162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63500" dir="162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63500" dist="25400" dir="2700000" rotWithShape="0">
                <a:srgbClr val="000000">
                  <a:alpha val="70000"/>
                </a:srgbClr>
              </a:outerShdw>
            </a:effectLst>
            <a:uFillTx/>
            <a:latin typeface="+mn-lt"/>
            <a:ea typeface="+mn-ea"/>
            <a:cs typeface="+mn-cs"/>
            <a:sym typeface="Chalkboar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>
          <a:noFill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Chalkboar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Macintosh PowerPoint</Application>
  <PresentationFormat>Custom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Chalkboard</vt:lpstr>
      <vt:lpstr>Gill Sans</vt:lpstr>
      <vt:lpstr>Lucida Grande</vt:lpstr>
      <vt:lpstr>Chalkboard</vt:lpstr>
      <vt:lpstr>IMN-359 </vt:lpstr>
      <vt:lpstr>Super cours YouTube  sur la convolution</vt:lpstr>
      <vt:lpstr>2D Convolutions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Maxime Descoteaux</cp:lastModifiedBy>
  <cp:revision>1</cp:revision>
  <dcterms:modified xsi:type="dcterms:W3CDTF">2025-11-25T14:44:26Z</dcterms:modified>
</cp:coreProperties>
</file>